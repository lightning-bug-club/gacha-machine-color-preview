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058400" cx="7772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72a1c1a1d_0_1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72a1c1a1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72a1c1a1d_0_12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72a1c1a1d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72a1c1a1d_0_57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72a1c1a1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72a1c1a1d_0_9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72a1c1a1d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72a1c1a1d_0_15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72a1c1a1d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72a1c1a1d_0_18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72a1c1a1d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72a1c1a1d_0_21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72a1c1a1d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72a1c1a1d_0_30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72a1c1a1d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72a1c1a1d_0_28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72a1c1a1d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72a1c1a1d_0_33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72a1c1a1d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72a1c1a1d_0_359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f72a1c1a1d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72a1c1a1d_0_385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f72a1c1a1d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264950" y="187848"/>
            <a:ext cx="72426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Front View</a:t>
            </a:r>
            <a:endParaRPr b="1"/>
          </a:p>
        </p:txBody>
      </p:sp>
      <p:pic>
        <p:nvPicPr>
          <p:cNvPr id="55" name="Google Shape;55;p13" title="Front View Mo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263" y="1479750"/>
            <a:ext cx="3863825" cy="7907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" name="Google Shape;56;p13"/>
          <p:cNvCxnSpPr/>
          <p:nvPr/>
        </p:nvCxnSpPr>
        <p:spPr>
          <a:xfrm>
            <a:off x="3705870" y="1691221"/>
            <a:ext cx="1056000" cy="663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57" name="Google Shape;57;p13"/>
          <p:cNvCxnSpPr/>
          <p:nvPr/>
        </p:nvCxnSpPr>
        <p:spPr>
          <a:xfrm flipH="1" rot="10800000">
            <a:off x="3734674" y="9036596"/>
            <a:ext cx="1163400" cy="1326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58" name="Google Shape;58;p13"/>
          <p:cNvCxnSpPr>
            <a:endCxn id="59" idx="1"/>
          </p:cNvCxnSpPr>
          <p:nvPr/>
        </p:nvCxnSpPr>
        <p:spPr>
          <a:xfrm>
            <a:off x="2320334" y="6429126"/>
            <a:ext cx="2721600" cy="10575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60" name="Google Shape;60;p13"/>
          <p:cNvCxnSpPr/>
          <p:nvPr/>
        </p:nvCxnSpPr>
        <p:spPr>
          <a:xfrm flipH="1" rot="10800000">
            <a:off x="3727469" y="3009951"/>
            <a:ext cx="1163400" cy="75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1" name="Google Shape;61;p13"/>
          <p:cNvSpPr txBox="1"/>
          <p:nvPr/>
        </p:nvSpPr>
        <p:spPr>
          <a:xfrm>
            <a:off x="4761857" y="1543278"/>
            <a:ext cx="660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898063" y="8784150"/>
            <a:ext cx="24576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Bottom Plate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5041934" y="7262826"/>
            <a:ext cx="841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Knob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962813" y="2789900"/>
            <a:ext cx="221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Top Chamber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4" name="Google Shape;64;p13"/>
          <p:cNvCxnSpPr/>
          <p:nvPr/>
        </p:nvCxnSpPr>
        <p:spPr>
          <a:xfrm>
            <a:off x="2340863" y="8016625"/>
            <a:ext cx="2521500" cy="4311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5" name="Google Shape;65;p13"/>
          <p:cNvSpPr txBox="1"/>
          <p:nvPr/>
        </p:nvSpPr>
        <p:spPr>
          <a:xfrm>
            <a:off x="4898354" y="8233117"/>
            <a:ext cx="105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Mouth</a:t>
            </a:r>
            <a:endParaRPr/>
          </a:p>
        </p:txBody>
      </p:sp>
      <p:cxnSp>
        <p:nvCxnSpPr>
          <p:cNvPr id="66" name="Google Shape;66;p13"/>
          <p:cNvCxnSpPr>
            <a:endCxn id="67" idx="1"/>
          </p:cNvCxnSpPr>
          <p:nvPr/>
        </p:nvCxnSpPr>
        <p:spPr>
          <a:xfrm flipH="1" rot="10800000">
            <a:off x="1242813" y="3754538"/>
            <a:ext cx="3720000" cy="6561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7" name="Google Shape;67;p13"/>
          <p:cNvSpPr txBox="1"/>
          <p:nvPr/>
        </p:nvSpPr>
        <p:spPr>
          <a:xfrm>
            <a:off x="4962813" y="3530738"/>
            <a:ext cx="221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Hole Blocker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8" name="Google Shape;68;p13"/>
          <p:cNvCxnSpPr/>
          <p:nvPr/>
        </p:nvCxnSpPr>
        <p:spPr>
          <a:xfrm>
            <a:off x="2478250" y="5049900"/>
            <a:ext cx="2491800" cy="4095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9" name="Google Shape;69;p13"/>
          <p:cNvSpPr txBox="1"/>
          <p:nvPr/>
        </p:nvSpPr>
        <p:spPr>
          <a:xfrm>
            <a:off x="4962813" y="5260975"/>
            <a:ext cx="221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Main Gear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0" name="Google Shape;70;p13"/>
          <p:cNvCxnSpPr>
            <a:endCxn id="71" idx="1"/>
          </p:cNvCxnSpPr>
          <p:nvPr/>
        </p:nvCxnSpPr>
        <p:spPr>
          <a:xfrm flipH="1" rot="10800000">
            <a:off x="926613" y="4754363"/>
            <a:ext cx="4036200" cy="3171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1" name="Google Shape;71;p13"/>
          <p:cNvSpPr txBox="1"/>
          <p:nvPr/>
        </p:nvSpPr>
        <p:spPr>
          <a:xfrm>
            <a:off x="4962813" y="4530563"/>
            <a:ext cx="221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Mid-Plate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2" name="Google Shape;72;p13"/>
          <p:cNvCxnSpPr>
            <a:endCxn id="73" idx="1"/>
          </p:cNvCxnSpPr>
          <p:nvPr/>
        </p:nvCxnSpPr>
        <p:spPr>
          <a:xfrm>
            <a:off x="2426937" y="5696450"/>
            <a:ext cx="2543100" cy="5541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3" name="Google Shape;73;p13"/>
          <p:cNvSpPr txBox="1"/>
          <p:nvPr/>
        </p:nvSpPr>
        <p:spPr>
          <a:xfrm>
            <a:off x="4970037" y="6026750"/>
            <a:ext cx="254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Coin Mech. Back Plate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4" name="Google Shape;74;p13"/>
          <p:cNvCxnSpPr>
            <a:endCxn id="75" idx="1"/>
          </p:cNvCxnSpPr>
          <p:nvPr/>
        </p:nvCxnSpPr>
        <p:spPr>
          <a:xfrm>
            <a:off x="2966637" y="6019525"/>
            <a:ext cx="2003400" cy="4968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5" name="Google Shape;75;p13"/>
          <p:cNvSpPr txBox="1"/>
          <p:nvPr/>
        </p:nvSpPr>
        <p:spPr>
          <a:xfrm>
            <a:off x="4970037" y="6292525"/>
            <a:ext cx="254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Coin Mech. Front Plate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6" name="Google Shape;76;p13"/>
          <p:cNvCxnSpPr>
            <a:endCxn id="77" idx="1"/>
          </p:cNvCxnSpPr>
          <p:nvPr/>
        </p:nvCxnSpPr>
        <p:spPr>
          <a:xfrm>
            <a:off x="2126234" y="5674851"/>
            <a:ext cx="2915700" cy="14598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7" name="Google Shape;77;p13"/>
          <p:cNvSpPr txBox="1"/>
          <p:nvPr/>
        </p:nvSpPr>
        <p:spPr>
          <a:xfrm>
            <a:off x="5041934" y="6910851"/>
            <a:ext cx="841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Coin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8" name="Google Shape;78;p13"/>
          <p:cNvCxnSpPr/>
          <p:nvPr/>
        </p:nvCxnSpPr>
        <p:spPr>
          <a:xfrm>
            <a:off x="2205300" y="6924775"/>
            <a:ext cx="2657100" cy="10416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9" name="Google Shape;79;p13"/>
          <p:cNvSpPr txBox="1"/>
          <p:nvPr/>
        </p:nvSpPr>
        <p:spPr>
          <a:xfrm>
            <a:off x="4898345" y="7751850"/>
            <a:ext cx="24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Coin Mech. Gear</a:t>
            </a:r>
            <a:endParaRPr/>
          </a:p>
        </p:txBody>
      </p:sp>
      <p:cxnSp>
        <p:nvCxnSpPr>
          <p:cNvPr id="80" name="Google Shape;80;p13"/>
          <p:cNvCxnSpPr>
            <a:endCxn id="71" idx="1"/>
          </p:cNvCxnSpPr>
          <p:nvPr/>
        </p:nvCxnSpPr>
        <p:spPr>
          <a:xfrm flipH="1" rot="10800000">
            <a:off x="3326013" y="4754363"/>
            <a:ext cx="1636800" cy="3243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title"/>
          </p:nvPr>
        </p:nvSpPr>
        <p:spPr>
          <a:xfrm>
            <a:off x="264950" y="187848"/>
            <a:ext cx="72426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Front View</a:t>
            </a:r>
            <a:endParaRPr b="1"/>
          </a:p>
        </p:txBody>
      </p:sp>
      <p:pic>
        <p:nvPicPr>
          <p:cNvPr id="86" name="Google Shape;86;p14" title="Front View Mo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263" y="1479750"/>
            <a:ext cx="3863825" cy="790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5" title="Left View Mock with Clear Wind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25" y="1249924"/>
            <a:ext cx="4900925" cy="820482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 txBox="1"/>
          <p:nvPr>
            <p:ph type="title"/>
          </p:nvPr>
        </p:nvSpPr>
        <p:spPr>
          <a:xfrm>
            <a:off x="264950" y="187848"/>
            <a:ext cx="72426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Left Side </a:t>
            </a:r>
            <a:r>
              <a:rPr b="1" lang="en"/>
              <a:t>View - Clear Windows</a:t>
            </a:r>
            <a:endParaRPr b="1"/>
          </a:p>
        </p:txBody>
      </p:sp>
      <p:cxnSp>
        <p:nvCxnSpPr>
          <p:cNvPr id="93" name="Google Shape;93;p15"/>
          <p:cNvCxnSpPr/>
          <p:nvPr/>
        </p:nvCxnSpPr>
        <p:spPr>
          <a:xfrm>
            <a:off x="3727470" y="1512996"/>
            <a:ext cx="1056000" cy="663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94" name="Google Shape;94;p15"/>
          <p:cNvCxnSpPr/>
          <p:nvPr/>
        </p:nvCxnSpPr>
        <p:spPr>
          <a:xfrm flipH="1" rot="10800000">
            <a:off x="3734674" y="9036596"/>
            <a:ext cx="1163400" cy="1326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95" name="Google Shape;95;p15"/>
          <p:cNvCxnSpPr>
            <a:endCxn id="96" idx="1"/>
          </p:cNvCxnSpPr>
          <p:nvPr/>
        </p:nvCxnSpPr>
        <p:spPr>
          <a:xfrm>
            <a:off x="4539734" y="6227951"/>
            <a:ext cx="502200" cy="3777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97" name="Google Shape;97;p15"/>
          <p:cNvCxnSpPr/>
          <p:nvPr/>
        </p:nvCxnSpPr>
        <p:spPr>
          <a:xfrm flipH="1" rot="10800000">
            <a:off x="3843100" y="3010075"/>
            <a:ext cx="1047900" cy="285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98" name="Google Shape;98;p15"/>
          <p:cNvSpPr txBox="1"/>
          <p:nvPr/>
        </p:nvSpPr>
        <p:spPr>
          <a:xfrm>
            <a:off x="4783457" y="1365053"/>
            <a:ext cx="660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4898063" y="8784150"/>
            <a:ext cx="24576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Bottom Plate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5041934" y="6381851"/>
            <a:ext cx="841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Knob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4962813" y="2789900"/>
            <a:ext cx="221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Top Chamber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1" name="Google Shape;101;p15"/>
          <p:cNvCxnSpPr>
            <a:endCxn id="102" idx="1"/>
          </p:cNvCxnSpPr>
          <p:nvPr/>
        </p:nvCxnSpPr>
        <p:spPr>
          <a:xfrm flipH="1" rot="10800000">
            <a:off x="3318813" y="3754538"/>
            <a:ext cx="1644000" cy="5841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02" name="Google Shape;102;p15"/>
          <p:cNvSpPr txBox="1"/>
          <p:nvPr/>
        </p:nvSpPr>
        <p:spPr>
          <a:xfrm>
            <a:off x="4962813" y="3530738"/>
            <a:ext cx="221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Hole Blocker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3" name="Google Shape;103;p15"/>
          <p:cNvCxnSpPr/>
          <p:nvPr/>
        </p:nvCxnSpPr>
        <p:spPr>
          <a:xfrm>
            <a:off x="2420800" y="4970900"/>
            <a:ext cx="2549400" cy="4884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04" name="Google Shape;104;p15"/>
          <p:cNvSpPr txBox="1"/>
          <p:nvPr/>
        </p:nvSpPr>
        <p:spPr>
          <a:xfrm>
            <a:off x="4962813" y="5260975"/>
            <a:ext cx="221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Main Gear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5" name="Google Shape;105;p15"/>
          <p:cNvCxnSpPr>
            <a:endCxn id="106" idx="1"/>
          </p:cNvCxnSpPr>
          <p:nvPr/>
        </p:nvCxnSpPr>
        <p:spPr>
          <a:xfrm flipH="1" rot="10800000">
            <a:off x="969813" y="4754363"/>
            <a:ext cx="3993000" cy="2238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06" name="Google Shape;106;p15"/>
          <p:cNvSpPr txBox="1"/>
          <p:nvPr/>
        </p:nvSpPr>
        <p:spPr>
          <a:xfrm>
            <a:off x="4962813" y="4530563"/>
            <a:ext cx="221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Mid-Plate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7" name="Google Shape;107;p15"/>
          <p:cNvCxnSpPr>
            <a:endCxn id="108" idx="1"/>
          </p:cNvCxnSpPr>
          <p:nvPr/>
        </p:nvCxnSpPr>
        <p:spPr>
          <a:xfrm>
            <a:off x="4216612" y="5904625"/>
            <a:ext cx="753600" cy="1062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08" name="Google Shape;108;p15"/>
          <p:cNvSpPr txBox="1"/>
          <p:nvPr/>
        </p:nvSpPr>
        <p:spPr>
          <a:xfrm>
            <a:off x="4970212" y="5787025"/>
            <a:ext cx="254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Coin Mech. Front Plate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9" name="Google Shape;109;p15"/>
          <p:cNvCxnSpPr>
            <a:endCxn id="110" idx="1"/>
          </p:cNvCxnSpPr>
          <p:nvPr/>
        </p:nvCxnSpPr>
        <p:spPr>
          <a:xfrm>
            <a:off x="4195145" y="6867375"/>
            <a:ext cx="703200" cy="4401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10" name="Google Shape;110;p15"/>
          <p:cNvSpPr txBox="1"/>
          <p:nvPr/>
        </p:nvSpPr>
        <p:spPr>
          <a:xfrm>
            <a:off x="4898345" y="7076625"/>
            <a:ext cx="24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Coin Mech. Gear</a:t>
            </a:r>
            <a:endParaRPr/>
          </a:p>
        </p:txBody>
      </p:sp>
      <p:cxnSp>
        <p:nvCxnSpPr>
          <p:cNvPr id="111" name="Google Shape;111;p15"/>
          <p:cNvCxnSpPr>
            <a:endCxn id="106" idx="1"/>
          </p:cNvCxnSpPr>
          <p:nvPr/>
        </p:nvCxnSpPr>
        <p:spPr>
          <a:xfrm flipH="1" rot="10800000">
            <a:off x="3469713" y="4754363"/>
            <a:ext cx="1493100" cy="2382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12" name="Google Shape;112;p15"/>
          <p:cNvCxnSpPr/>
          <p:nvPr/>
        </p:nvCxnSpPr>
        <p:spPr>
          <a:xfrm>
            <a:off x="330425" y="5423450"/>
            <a:ext cx="4567500" cy="31104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13" name="Google Shape;113;p15"/>
          <p:cNvSpPr txBox="1"/>
          <p:nvPr/>
        </p:nvSpPr>
        <p:spPr>
          <a:xfrm>
            <a:off x="4898063" y="8281325"/>
            <a:ext cx="24576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Rear Lock Knob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4" name="Google Shape;114;p15"/>
          <p:cNvCxnSpPr/>
          <p:nvPr/>
        </p:nvCxnSpPr>
        <p:spPr>
          <a:xfrm>
            <a:off x="366350" y="1695275"/>
            <a:ext cx="4524600" cy="5820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15" name="Google Shape;115;p15"/>
          <p:cNvSpPr txBox="1"/>
          <p:nvPr/>
        </p:nvSpPr>
        <p:spPr>
          <a:xfrm>
            <a:off x="4962813" y="2057200"/>
            <a:ext cx="221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Lid Lock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6" name="Google Shape;116;p15"/>
          <p:cNvCxnSpPr>
            <a:endCxn id="117" idx="1"/>
          </p:cNvCxnSpPr>
          <p:nvPr/>
        </p:nvCxnSpPr>
        <p:spPr>
          <a:xfrm>
            <a:off x="3519845" y="7140250"/>
            <a:ext cx="1378500" cy="7347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17" name="Google Shape;117;p15"/>
          <p:cNvSpPr txBox="1"/>
          <p:nvPr/>
        </p:nvSpPr>
        <p:spPr>
          <a:xfrm>
            <a:off x="4898345" y="7644100"/>
            <a:ext cx="24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Bottom Chamber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title="Left View Mock with Clear Wind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25" y="1249924"/>
            <a:ext cx="4900925" cy="820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title"/>
          </p:nvPr>
        </p:nvSpPr>
        <p:spPr>
          <a:xfrm>
            <a:off x="264950" y="187848"/>
            <a:ext cx="72426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Left Side View - Clear Windows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7" title="Left View Mock with Window.PNG"/>
          <p:cNvPicPr preferRelativeResize="0"/>
          <p:nvPr/>
        </p:nvPicPr>
        <p:blipFill rotWithShape="1">
          <a:blip r:embed="rId3">
            <a:alphaModFix/>
          </a:blip>
          <a:srcRect b="229" l="0" r="0" t="229"/>
          <a:stretch/>
        </p:blipFill>
        <p:spPr>
          <a:xfrm>
            <a:off x="69125" y="1293024"/>
            <a:ext cx="4900925" cy="820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>
            <p:ph type="title"/>
          </p:nvPr>
        </p:nvSpPr>
        <p:spPr>
          <a:xfrm>
            <a:off x="264950" y="187848"/>
            <a:ext cx="72426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Left </a:t>
            </a:r>
            <a:r>
              <a:rPr b="1" lang="en"/>
              <a:t>Side View - 3D Printed Windows</a:t>
            </a:r>
            <a:endParaRPr b="1"/>
          </a:p>
        </p:txBody>
      </p:sp>
      <p:cxnSp>
        <p:nvCxnSpPr>
          <p:cNvPr id="130" name="Google Shape;130;p17"/>
          <p:cNvCxnSpPr/>
          <p:nvPr/>
        </p:nvCxnSpPr>
        <p:spPr>
          <a:xfrm>
            <a:off x="3727470" y="1512996"/>
            <a:ext cx="1056000" cy="663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31" name="Google Shape;131;p17"/>
          <p:cNvCxnSpPr/>
          <p:nvPr/>
        </p:nvCxnSpPr>
        <p:spPr>
          <a:xfrm flipH="1" rot="10800000">
            <a:off x="3548575" y="9036600"/>
            <a:ext cx="1349400" cy="288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32" name="Google Shape;132;p17"/>
          <p:cNvCxnSpPr>
            <a:endCxn id="133" idx="1"/>
          </p:cNvCxnSpPr>
          <p:nvPr/>
        </p:nvCxnSpPr>
        <p:spPr>
          <a:xfrm>
            <a:off x="4539734" y="6227951"/>
            <a:ext cx="502200" cy="3777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34" name="Google Shape;134;p17"/>
          <p:cNvCxnSpPr/>
          <p:nvPr/>
        </p:nvCxnSpPr>
        <p:spPr>
          <a:xfrm flipH="1" rot="10800000">
            <a:off x="3843100" y="3010075"/>
            <a:ext cx="1047900" cy="285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35" name="Google Shape;135;p17"/>
          <p:cNvSpPr txBox="1"/>
          <p:nvPr/>
        </p:nvSpPr>
        <p:spPr>
          <a:xfrm>
            <a:off x="4783457" y="1365053"/>
            <a:ext cx="660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4898063" y="8784150"/>
            <a:ext cx="24576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Bottom Plate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5041934" y="6381851"/>
            <a:ext cx="841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Knob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4962813" y="2789900"/>
            <a:ext cx="221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Top Chamber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38" name="Google Shape;138;p17"/>
          <p:cNvCxnSpPr>
            <a:endCxn id="139" idx="1"/>
          </p:cNvCxnSpPr>
          <p:nvPr/>
        </p:nvCxnSpPr>
        <p:spPr>
          <a:xfrm flipH="1" rot="10800000">
            <a:off x="3318813" y="3754538"/>
            <a:ext cx="1644000" cy="5841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39" name="Google Shape;139;p17"/>
          <p:cNvSpPr txBox="1"/>
          <p:nvPr/>
        </p:nvSpPr>
        <p:spPr>
          <a:xfrm>
            <a:off x="4962813" y="3530738"/>
            <a:ext cx="221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Hole Blocker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40" name="Google Shape;140;p17"/>
          <p:cNvCxnSpPr/>
          <p:nvPr/>
        </p:nvCxnSpPr>
        <p:spPr>
          <a:xfrm>
            <a:off x="2420800" y="4970900"/>
            <a:ext cx="2549400" cy="4884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41" name="Google Shape;141;p17"/>
          <p:cNvSpPr txBox="1"/>
          <p:nvPr/>
        </p:nvSpPr>
        <p:spPr>
          <a:xfrm>
            <a:off x="4962813" y="5260975"/>
            <a:ext cx="221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Main Gear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42" name="Google Shape;142;p17"/>
          <p:cNvCxnSpPr>
            <a:endCxn id="143" idx="1"/>
          </p:cNvCxnSpPr>
          <p:nvPr/>
        </p:nvCxnSpPr>
        <p:spPr>
          <a:xfrm flipH="1" rot="10800000">
            <a:off x="969813" y="4754363"/>
            <a:ext cx="3993000" cy="2238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43" name="Google Shape;143;p17"/>
          <p:cNvSpPr txBox="1"/>
          <p:nvPr/>
        </p:nvSpPr>
        <p:spPr>
          <a:xfrm>
            <a:off x="4962813" y="4530563"/>
            <a:ext cx="221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Mid-Plate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44" name="Google Shape;144;p17"/>
          <p:cNvCxnSpPr>
            <a:endCxn id="145" idx="1"/>
          </p:cNvCxnSpPr>
          <p:nvPr/>
        </p:nvCxnSpPr>
        <p:spPr>
          <a:xfrm>
            <a:off x="4180612" y="5804125"/>
            <a:ext cx="789600" cy="2067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45" name="Google Shape;145;p17"/>
          <p:cNvSpPr txBox="1"/>
          <p:nvPr/>
        </p:nvSpPr>
        <p:spPr>
          <a:xfrm>
            <a:off x="4970212" y="5787025"/>
            <a:ext cx="254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Coin Mech. Front Plate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46" name="Google Shape;146;p17"/>
          <p:cNvCxnSpPr>
            <a:endCxn id="147" idx="1"/>
          </p:cNvCxnSpPr>
          <p:nvPr/>
        </p:nvCxnSpPr>
        <p:spPr>
          <a:xfrm>
            <a:off x="4101845" y="6824150"/>
            <a:ext cx="796500" cy="4833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47" name="Google Shape;147;p17"/>
          <p:cNvSpPr txBox="1"/>
          <p:nvPr/>
        </p:nvSpPr>
        <p:spPr>
          <a:xfrm>
            <a:off x="4898345" y="7076600"/>
            <a:ext cx="24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Coin Mech. Gear</a:t>
            </a:r>
            <a:endParaRPr/>
          </a:p>
        </p:txBody>
      </p:sp>
      <p:cxnSp>
        <p:nvCxnSpPr>
          <p:cNvPr id="148" name="Google Shape;148;p17"/>
          <p:cNvCxnSpPr>
            <a:endCxn id="143" idx="1"/>
          </p:cNvCxnSpPr>
          <p:nvPr/>
        </p:nvCxnSpPr>
        <p:spPr>
          <a:xfrm flipH="1" rot="10800000">
            <a:off x="3469713" y="4754363"/>
            <a:ext cx="1493100" cy="2382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49" name="Google Shape;149;p17"/>
          <p:cNvCxnSpPr/>
          <p:nvPr/>
        </p:nvCxnSpPr>
        <p:spPr>
          <a:xfrm>
            <a:off x="308875" y="5401900"/>
            <a:ext cx="4589100" cy="31320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0" name="Google Shape;150;p17"/>
          <p:cNvSpPr txBox="1"/>
          <p:nvPr/>
        </p:nvSpPr>
        <p:spPr>
          <a:xfrm>
            <a:off x="4898063" y="8281325"/>
            <a:ext cx="24576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Rear Lock Knob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51" name="Google Shape;151;p17"/>
          <p:cNvCxnSpPr/>
          <p:nvPr/>
        </p:nvCxnSpPr>
        <p:spPr>
          <a:xfrm>
            <a:off x="366350" y="1695275"/>
            <a:ext cx="4524600" cy="5820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2" name="Google Shape;152;p17"/>
          <p:cNvSpPr txBox="1"/>
          <p:nvPr/>
        </p:nvSpPr>
        <p:spPr>
          <a:xfrm>
            <a:off x="4962813" y="2057200"/>
            <a:ext cx="221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Lid Lock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53" name="Google Shape;153;p17"/>
          <p:cNvCxnSpPr/>
          <p:nvPr/>
        </p:nvCxnSpPr>
        <p:spPr>
          <a:xfrm>
            <a:off x="3232525" y="3333075"/>
            <a:ext cx="1658700" cy="147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4" name="Google Shape;154;p17"/>
          <p:cNvSpPr txBox="1"/>
          <p:nvPr/>
        </p:nvSpPr>
        <p:spPr>
          <a:xfrm>
            <a:off x="4962813" y="3127500"/>
            <a:ext cx="221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Window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55" name="Google Shape;155;p17"/>
          <p:cNvCxnSpPr>
            <a:endCxn id="156" idx="1"/>
          </p:cNvCxnSpPr>
          <p:nvPr/>
        </p:nvCxnSpPr>
        <p:spPr>
          <a:xfrm>
            <a:off x="3548645" y="7054200"/>
            <a:ext cx="1349700" cy="7848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6" name="Google Shape;156;p17"/>
          <p:cNvSpPr txBox="1"/>
          <p:nvPr/>
        </p:nvSpPr>
        <p:spPr>
          <a:xfrm>
            <a:off x="4898345" y="7608150"/>
            <a:ext cx="24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Bottom Chamber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title="Left View Mock with Window.PNG"/>
          <p:cNvPicPr preferRelativeResize="0"/>
          <p:nvPr/>
        </p:nvPicPr>
        <p:blipFill rotWithShape="1">
          <a:blip r:embed="rId3">
            <a:alphaModFix/>
          </a:blip>
          <a:srcRect b="229" l="0" r="0" t="229"/>
          <a:stretch/>
        </p:blipFill>
        <p:spPr>
          <a:xfrm>
            <a:off x="69125" y="1293024"/>
            <a:ext cx="4900925" cy="820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>
            <p:ph type="title"/>
          </p:nvPr>
        </p:nvSpPr>
        <p:spPr>
          <a:xfrm>
            <a:off x="264950" y="187848"/>
            <a:ext cx="72426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Left Side View - 3D Printed Windows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title="Right View Mock with Clear Window.PNG"/>
          <p:cNvPicPr preferRelativeResize="0"/>
          <p:nvPr/>
        </p:nvPicPr>
        <p:blipFill rotWithShape="1">
          <a:blip r:embed="rId3">
            <a:alphaModFix/>
          </a:blip>
          <a:srcRect b="0" l="1019" r="1019" t="0"/>
          <a:stretch/>
        </p:blipFill>
        <p:spPr>
          <a:xfrm>
            <a:off x="2547375" y="1249924"/>
            <a:ext cx="4900924" cy="820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>
            <p:ph type="title"/>
          </p:nvPr>
        </p:nvSpPr>
        <p:spPr>
          <a:xfrm>
            <a:off x="264950" y="187848"/>
            <a:ext cx="72426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Right </a:t>
            </a:r>
            <a:r>
              <a:rPr b="1" lang="en"/>
              <a:t>Side View - Clear Windows</a:t>
            </a:r>
            <a:endParaRPr b="1"/>
          </a:p>
        </p:txBody>
      </p:sp>
      <p:cxnSp>
        <p:nvCxnSpPr>
          <p:cNvPr id="169" name="Google Shape;169;p19"/>
          <p:cNvCxnSpPr>
            <a:endCxn id="170" idx="3"/>
          </p:cNvCxnSpPr>
          <p:nvPr/>
        </p:nvCxnSpPr>
        <p:spPr>
          <a:xfrm flipH="1">
            <a:off x="846657" y="1487078"/>
            <a:ext cx="2903100" cy="1239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71" name="Google Shape;171;p19"/>
          <p:cNvCxnSpPr/>
          <p:nvPr/>
        </p:nvCxnSpPr>
        <p:spPr>
          <a:xfrm rot="10800000">
            <a:off x="1623675" y="9058300"/>
            <a:ext cx="2226600" cy="1005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72" name="Google Shape;172;p19"/>
          <p:cNvCxnSpPr>
            <a:endCxn id="173" idx="3"/>
          </p:cNvCxnSpPr>
          <p:nvPr/>
        </p:nvCxnSpPr>
        <p:spPr>
          <a:xfrm flipH="1">
            <a:off x="1019884" y="6285476"/>
            <a:ext cx="1961100" cy="3423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74" name="Google Shape;174;p19"/>
          <p:cNvCxnSpPr/>
          <p:nvPr/>
        </p:nvCxnSpPr>
        <p:spPr>
          <a:xfrm flipH="1">
            <a:off x="1846175" y="2693750"/>
            <a:ext cx="1925100" cy="3735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70" name="Google Shape;170;p19"/>
          <p:cNvSpPr txBox="1"/>
          <p:nvPr/>
        </p:nvSpPr>
        <p:spPr>
          <a:xfrm>
            <a:off x="186057" y="1387178"/>
            <a:ext cx="660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113913" y="8806275"/>
            <a:ext cx="24576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Bottom Plate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178684" y="6403976"/>
            <a:ext cx="841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Knob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178663" y="2812025"/>
            <a:ext cx="221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Top Chamber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77" name="Google Shape;177;p19"/>
          <p:cNvCxnSpPr/>
          <p:nvPr/>
        </p:nvCxnSpPr>
        <p:spPr>
          <a:xfrm rot="10800000">
            <a:off x="1724100" y="3807150"/>
            <a:ext cx="2550000" cy="5316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78" name="Google Shape;178;p19"/>
          <p:cNvSpPr txBox="1"/>
          <p:nvPr/>
        </p:nvSpPr>
        <p:spPr>
          <a:xfrm>
            <a:off x="178663" y="3552863"/>
            <a:ext cx="221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Hole Blocker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79" name="Google Shape;179;p19"/>
          <p:cNvCxnSpPr/>
          <p:nvPr/>
        </p:nvCxnSpPr>
        <p:spPr>
          <a:xfrm flipH="1">
            <a:off x="1465275" y="5021175"/>
            <a:ext cx="3290100" cy="5244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0" name="Google Shape;180;p19"/>
          <p:cNvSpPr txBox="1"/>
          <p:nvPr/>
        </p:nvSpPr>
        <p:spPr>
          <a:xfrm>
            <a:off x="178663" y="5283100"/>
            <a:ext cx="221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Main Gear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81" name="Google Shape;181;p19"/>
          <p:cNvCxnSpPr/>
          <p:nvPr/>
        </p:nvCxnSpPr>
        <p:spPr>
          <a:xfrm rot="10800000">
            <a:off x="1357775" y="4798450"/>
            <a:ext cx="5258100" cy="1509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2" name="Google Shape;182;p19"/>
          <p:cNvSpPr txBox="1"/>
          <p:nvPr/>
        </p:nvSpPr>
        <p:spPr>
          <a:xfrm>
            <a:off x="178663" y="4552688"/>
            <a:ext cx="221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Mid-Plate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83" name="Google Shape;183;p19"/>
          <p:cNvCxnSpPr>
            <a:endCxn id="184" idx="3"/>
          </p:cNvCxnSpPr>
          <p:nvPr/>
        </p:nvCxnSpPr>
        <p:spPr>
          <a:xfrm flipH="1">
            <a:off x="2699875" y="5954950"/>
            <a:ext cx="654300" cy="780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4" name="Google Shape;184;p19"/>
          <p:cNvSpPr txBox="1"/>
          <p:nvPr/>
        </p:nvSpPr>
        <p:spPr>
          <a:xfrm>
            <a:off x="149875" y="5809150"/>
            <a:ext cx="2550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Coin Mech. Front Plate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85" name="Google Shape;185;p19"/>
          <p:cNvCxnSpPr/>
          <p:nvPr/>
        </p:nvCxnSpPr>
        <p:spPr>
          <a:xfrm flipH="1">
            <a:off x="2111800" y="6867300"/>
            <a:ext cx="1343400" cy="4599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6" name="Google Shape;186;p19"/>
          <p:cNvSpPr txBox="1"/>
          <p:nvPr/>
        </p:nvSpPr>
        <p:spPr>
          <a:xfrm>
            <a:off x="114195" y="7071088"/>
            <a:ext cx="24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Coin Mech. Gear</a:t>
            </a:r>
            <a:endParaRPr/>
          </a:p>
        </p:txBody>
      </p:sp>
      <p:cxnSp>
        <p:nvCxnSpPr>
          <p:cNvPr id="187" name="Google Shape;187;p19"/>
          <p:cNvCxnSpPr/>
          <p:nvPr/>
        </p:nvCxnSpPr>
        <p:spPr>
          <a:xfrm rot="10800000">
            <a:off x="1329075" y="4798300"/>
            <a:ext cx="2787000" cy="2085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88" name="Google Shape;188;p19"/>
          <p:cNvCxnSpPr/>
          <p:nvPr/>
        </p:nvCxnSpPr>
        <p:spPr>
          <a:xfrm flipH="1">
            <a:off x="1946575" y="5401900"/>
            <a:ext cx="5366100" cy="31320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9" name="Google Shape;189;p19"/>
          <p:cNvSpPr txBox="1"/>
          <p:nvPr/>
        </p:nvSpPr>
        <p:spPr>
          <a:xfrm>
            <a:off x="113913" y="8303450"/>
            <a:ext cx="24576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Rear Lock Knob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90" name="Google Shape;190;p19"/>
          <p:cNvCxnSpPr/>
          <p:nvPr/>
        </p:nvCxnSpPr>
        <p:spPr>
          <a:xfrm flipH="1">
            <a:off x="1292950" y="1666550"/>
            <a:ext cx="5983800" cy="6465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91" name="Google Shape;191;p19"/>
          <p:cNvSpPr txBox="1"/>
          <p:nvPr/>
        </p:nvSpPr>
        <p:spPr>
          <a:xfrm>
            <a:off x="178663" y="2079325"/>
            <a:ext cx="221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Lid Lock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92" name="Google Shape;192;p19"/>
          <p:cNvCxnSpPr/>
          <p:nvPr/>
        </p:nvCxnSpPr>
        <p:spPr>
          <a:xfrm flipH="1">
            <a:off x="2111825" y="6752350"/>
            <a:ext cx="2363400" cy="11208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93" name="Google Shape;193;p19"/>
          <p:cNvSpPr txBox="1"/>
          <p:nvPr/>
        </p:nvSpPr>
        <p:spPr>
          <a:xfrm>
            <a:off x="114195" y="7617038"/>
            <a:ext cx="24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Bottom Chamber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0" title="Right View Mock with Clear Window.PNG"/>
          <p:cNvPicPr preferRelativeResize="0"/>
          <p:nvPr/>
        </p:nvPicPr>
        <p:blipFill rotWithShape="1">
          <a:blip r:embed="rId3">
            <a:alphaModFix/>
          </a:blip>
          <a:srcRect b="0" l="1019" r="1019" t="0"/>
          <a:stretch/>
        </p:blipFill>
        <p:spPr>
          <a:xfrm>
            <a:off x="2547375" y="1249924"/>
            <a:ext cx="4900924" cy="820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>
            <p:ph type="title"/>
          </p:nvPr>
        </p:nvSpPr>
        <p:spPr>
          <a:xfrm>
            <a:off x="264950" y="187848"/>
            <a:ext cx="72426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Right Side View - Clear Windows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 title="Right View Mock with Window.PNG"/>
          <p:cNvPicPr preferRelativeResize="0"/>
          <p:nvPr/>
        </p:nvPicPr>
        <p:blipFill rotWithShape="1">
          <a:blip r:embed="rId3">
            <a:alphaModFix/>
          </a:blip>
          <a:srcRect b="0" l="505" r="505" t="0"/>
          <a:stretch/>
        </p:blipFill>
        <p:spPr>
          <a:xfrm>
            <a:off x="2547375" y="1249924"/>
            <a:ext cx="4900925" cy="820482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>
            <p:ph type="title"/>
          </p:nvPr>
        </p:nvSpPr>
        <p:spPr>
          <a:xfrm>
            <a:off x="264950" y="187848"/>
            <a:ext cx="72426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Right Side View - 3D Printed Windows</a:t>
            </a:r>
            <a:endParaRPr b="1"/>
          </a:p>
        </p:txBody>
      </p:sp>
      <p:cxnSp>
        <p:nvCxnSpPr>
          <p:cNvPr id="206" name="Google Shape;206;p21"/>
          <p:cNvCxnSpPr>
            <a:endCxn id="207" idx="3"/>
          </p:cNvCxnSpPr>
          <p:nvPr/>
        </p:nvCxnSpPr>
        <p:spPr>
          <a:xfrm flipH="1">
            <a:off x="846657" y="1487078"/>
            <a:ext cx="2903100" cy="1239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08" name="Google Shape;208;p21"/>
          <p:cNvCxnSpPr/>
          <p:nvPr/>
        </p:nvCxnSpPr>
        <p:spPr>
          <a:xfrm rot="10800000">
            <a:off x="1623675" y="9058300"/>
            <a:ext cx="2226600" cy="1005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09" name="Google Shape;209;p21"/>
          <p:cNvCxnSpPr>
            <a:endCxn id="210" idx="3"/>
          </p:cNvCxnSpPr>
          <p:nvPr/>
        </p:nvCxnSpPr>
        <p:spPr>
          <a:xfrm flipH="1">
            <a:off x="1019884" y="6285476"/>
            <a:ext cx="1961100" cy="3423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11" name="Google Shape;211;p21"/>
          <p:cNvCxnSpPr/>
          <p:nvPr/>
        </p:nvCxnSpPr>
        <p:spPr>
          <a:xfrm flipH="1">
            <a:off x="1846050" y="2765600"/>
            <a:ext cx="1846200" cy="3018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7" name="Google Shape;207;p21"/>
          <p:cNvSpPr txBox="1"/>
          <p:nvPr/>
        </p:nvSpPr>
        <p:spPr>
          <a:xfrm>
            <a:off x="186057" y="1387178"/>
            <a:ext cx="660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113913" y="8806275"/>
            <a:ext cx="24576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Bottom Plate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178684" y="6403976"/>
            <a:ext cx="841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Knob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178663" y="2812025"/>
            <a:ext cx="221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Top Chamber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14" name="Google Shape;214;p21"/>
          <p:cNvCxnSpPr/>
          <p:nvPr/>
        </p:nvCxnSpPr>
        <p:spPr>
          <a:xfrm rot="10800000">
            <a:off x="1242625" y="3778550"/>
            <a:ext cx="2765700" cy="861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15" name="Google Shape;215;p21"/>
          <p:cNvSpPr txBox="1"/>
          <p:nvPr/>
        </p:nvSpPr>
        <p:spPr>
          <a:xfrm>
            <a:off x="178663" y="3552863"/>
            <a:ext cx="221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Window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16" name="Google Shape;216;p21"/>
          <p:cNvCxnSpPr>
            <a:endCxn id="217" idx="3"/>
          </p:cNvCxnSpPr>
          <p:nvPr/>
        </p:nvCxnSpPr>
        <p:spPr>
          <a:xfrm rot="10800000">
            <a:off x="2728675" y="5075063"/>
            <a:ext cx="554100" cy="8226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17" name="Google Shape;217;p21"/>
          <p:cNvSpPr txBox="1"/>
          <p:nvPr/>
        </p:nvSpPr>
        <p:spPr>
          <a:xfrm>
            <a:off x="178675" y="4851263"/>
            <a:ext cx="2550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Coin Mech. Front Plate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18" name="Google Shape;218;p21"/>
          <p:cNvCxnSpPr/>
          <p:nvPr/>
        </p:nvCxnSpPr>
        <p:spPr>
          <a:xfrm flipH="1">
            <a:off x="2018475" y="6852925"/>
            <a:ext cx="1314600" cy="5244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19" name="Google Shape;219;p21"/>
          <p:cNvSpPr txBox="1"/>
          <p:nvPr/>
        </p:nvSpPr>
        <p:spPr>
          <a:xfrm>
            <a:off x="114195" y="7149025"/>
            <a:ext cx="24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Coin Mech. Gear</a:t>
            </a:r>
            <a:endParaRPr/>
          </a:p>
        </p:txBody>
      </p:sp>
      <p:cxnSp>
        <p:nvCxnSpPr>
          <p:cNvPr id="220" name="Google Shape;220;p21"/>
          <p:cNvCxnSpPr/>
          <p:nvPr/>
        </p:nvCxnSpPr>
        <p:spPr>
          <a:xfrm flipH="1">
            <a:off x="1946525" y="5373150"/>
            <a:ext cx="5258400" cy="31608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21" name="Google Shape;221;p21"/>
          <p:cNvSpPr txBox="1"/>
          <p:nvPr/>
        </p:nvSpPr>
        <p:spPr>
          <a:xfrm>
            <a:off x="113913" y="8303450"/>
            <a:ext cx="24576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Rear Lock Knob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22" name="Google Shape;222;p21"/>
          <p:cNvCxnSpPr/>
          <p:nvPr/>
        </p:nvCxnSpPr>
        <p:spPr>
          <a:xfrm flipH="1">
            <a:off x="1293175" y="1680900"/>
            <a:ext cx="5883000" cy="6321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23" name="Google Shape;223;p21"/>
          <p:cNvSpPr txBox="1"/>
          <p:nvPr/>
        </p:nvSpPr>
        <p:spPr>
          <a:xfrm>
            <a:off x="178663" y="2079325"/>
            <a:ext cx="221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Lid Lock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24" name="Google Shape;224;p21"/>
          <p:cNvCxnSpPr/>
          <p:nvPr/>
        </p:nvCxnSpPr>
        <p:spPr>
          <a:xfrm flipH="1">
            <a:off x="2018625" y="6644600"/>
            <a:ext cx="2154900" cy="12714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25" name="Google Shape;225;p21"/>
          <p:cNvSpPr txBox="1"/>
          <p:nvPr/>
        </p:nvSpPr>
        <p:spPr>
          <a:xfrm>
            <a:off x="114195" y="7687775"/>
            <a:ext cx="24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Bottom Chamber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2" title="Right View Mock with Window.PNG"/>
          <p:cNvPicPr preferRelativeResize="0"/>
          <p:nvPr/>
        </p:nvPicPr>
        <p:blipFill rotWithShape="1">
          <a:blip r:embed="rId3">
            <a:alphaModFix/>
          </a:blip>
          <a:srcRect b="0" l="505" r="505" t="0"/>
          <a:stretch/>
        </p:blipFill>
        <p:spPr>
          <a:xfrm>
            <a:off x="2547375" y="1249924"/>
            <a:ext cx="4900925" cy="820482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>
            <p:ph type="title"/>
          </p:nvPr>
        </p:nvSpPr>
        <p:spPr>
          <a:xfrm>
            <a:off x="264950" y="187848"/>
            <a:ext cx="72426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Right Side View - 3D Printed Windows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3" title="Rear View Mock.PNG"/>
          <p:cNvPicPr preferRelativeResize="0"/>
          <p:nvPr/>
        </p:nvPicPr>
        <p:blipFill rotWithShape="1">
          <a:blip r:embed="rId3">
            <a:alphaModFix/>
          </a:blip>
          <a:srcRect b="-390" l="0" r="0" t="390"/>
          <a:stretch/>
        </p:blipFill>
        <p:spPr>
          <a:xfrm>
            <a:off x="3189275" y="1054213"/>
            <a:ext cx="4195200" cy="848076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>
            <p:ph type="title"/>
          </p:nvPr>
        </p:nvSpPr>
        <p:spPr>
          <a:xfrm>
            <a:off x="264950" y="187848"/>
            <a:ext cx="72426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Rear View</a:t>
            </a:r>
            <a:endParaRPr b="1"/>
          </a:p>
        </p:txBody>
      </p:sp>
      <p:cxnSp>
        <p:nvCxnSpPr>
          <p:cNvPr id="238" name="Google Shape;238;p23"/>
          <p:cNvCxnSpPr>
            <a:endCxn id="239" idx="3"/>
          </p:cNvCxnSpPr>
          <p:nvPr/>
        </p:nvCxnSpPr>
        <p:spPr>
          <a:xfrm flipH="1">
            <a:off x="846657" y="1256978"/>
            <a:ext cx="3039600" cy="3540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40" name="Google Shape;240;p23"/>
          <p:cNvCxnSpPr/>
          <p:nvPr/>
        </p:nvCxnSpPr>
        <p:spPr>
          <a:xfrm rot="10800000">
            <a:off x="1623775" y="9058400"/>
            <a:ext cx="2312700" cy="1866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41" name="Google Shape;241;p23"/>
          <p:cNvCxnSpPr/>
          <p:nvPr/>
        </p:nvCxnSpPr>
        <p:spPr>
          <a:xfrm flipH="1">
            <a:off x="1846175" y="2693750"/>
            <a:ext cx="1925100" cy="3735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39" name="Google Shape;239;p23"/>
          <p:cNvSpPr txBox="1"/>
          <p:nvPr/>
        </p:nvSpPr>
        <p:spPr>
          <a:xfrm>
            <a:off x="186057" y="1387178"/>
            <a:ext cx="660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113913" y="8806275"/>
            <a:ext cx="24576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Bottom Plate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178663" y="2812025"/>
            <a:ext cx="221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Top Chamber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44" name="Google Shape;244;p23"/>
          <p:cNvCxnSpPr/>
          <p:nvPr/>
        </p:nvCxnSpPr>
        <p:spPr>
          <a:xfrm flipH="1">
            <a:off x="2155000" y="5955000"/>
            <a:ext cx="1946700" cy="2874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45" name="Google Shape;245;p23"/>
          <p:cNvSpPr txBox="1"/>
          <p:nvPr/>
        </p:nvSpPr>
        <p:spPr>
          <a:xfrm>
            <a:off x="114195" y="5983675"/>
            <a:ext cx="24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Bottom Chamber</a:t>
            </a:r>
            <a:endParaRPr/>
          </a:p>
        </p:txBody>
      </p:sp>
      <p:cxnSp>
        <p:nvCxnSpPr>
          <p:cNvPr id="246" name="Google Shape;246;p23"/>
          <p:cNvCxnSpPr/>
          <p:nvPr/>
        </p:nvCxnSpPr>
        <p:spPr>
          <a:xfrm rot="10800000">
            <a:off x="2011300" y="5301400"/>
            <a:ext cx="3261300" cy="1005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47" name="Google Shape;247;p23"/>
          <p:cNvSpPr txBox="1"/>
          <p:nvPr/>
        </p:nvSpPr>
        <p:spPr>
          <a:xfrm>
            <a:off x="56413" y="5064925"/>
            <a:ext cx="24576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Rear Lock Knob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48" name="Google Shape;248;p23"/>
          <p:cNvCxnSpPr/>
          <p:nvPr/>
        </p:nvCxnSpPr>
        <p:spPr>
          <a:xfrm flipH="1">
            <a:off x="1293275" y="1508500"/>
            <a:ext cx="4158900" cy="8046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49" name="Google Shape;249;p23"/>
          <p:cNvSpPr txBox="1"/>
          <p:nvPr/>
        </p:nvSpPr>
        <p:spPr>
          <a:xfrm>
            <a:off x="178663" y="2079325"/>
            <a:ext cx="2213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Lid Lock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50" name="Google Shape;250;p23"/>
          <p:cNvCxnSpPr/>
          <p:nvPr/>
        </p:nvCxnSpPr>
        <p:spPr>
          <a:xfrm rot="10800000">
            <a:off x="1566250" y="7154800"/>
            <a:ext cx="3763800" cy="4452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51" name="Google Shape;251;p23"/>
          <p:cNvSpPr txBox="1"/>
          <p:nvPr/>
        </p:nvSpPr>
        <p:spPr>
          <a:xfrm>
            <a:off x="114195" y="6917525"/>
            <a:ext cx="24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Back Cover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4" title="Rear View Mock.PNG"/>
          <p:cNvPicPr preferRelativeResize="0"/>
          <p:nvPr/>
        </p:nvPicPr>
        <p:blipFill rotWithShape="1">
          <a:blip r:embed="rId3">
            <a:alphaModFix/>
          </a:blip>
          <a:srcRect b="-390" l="0" r="0" t="390"/>
          <a:stretch/>
        </p:blipFill>
        <p:spPr>
          <a:xfrm>
            <a:off x="3189275" y="1054213"/>
            <a:ext cx="4195200" cy="848076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 txBox="1"/>
          <p:nvPr>
            <p:ph type="title"/>
          </p:nvPr>
        </p:nvSpPr>
        <p:spPr>
          <a:xfrm>
            <a:off x="264950" y="187848"/>
            <a:ext cx="72426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Rear View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